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开场：Yeaft 是跨设备、面向任务的 AI 产品。手机是入口，不是算力所在地；你可以从手机发起复杂工作，由所连接机器上的 Agent 执行。多 VP 是团队，System Prompt 是职责与工作规则，Work Center 让目标跨越单轮对话持续推进。不要把“from anywhere”解释为离线可用：需要能访问 Server，执行 Agent 也必须在线。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先说人的痛点，而不是堆技术名词。提出一个全场贯穿的使用场景：不在电脑旁时，把带验收标准的 bug 修复交给 AI。它是演示建议，不是已完成的客户案例。三类阻力是设备限制、手动协调和逐轮催促。不声称所有竞品都有这些缺点。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讲清手机为什么不只是聊天窗口：浏览器经过 Server 的鉴权和中继，连接用户选择的 Agent。文件、Shell 和模型调用在 Agent 一侧执行，手机不需要运行这些工具。桌面、手机浏览器访问同一 Agent 所属的持久 Session；跨 Agent 不是同一份 Session。Session 和 Work Center 是不同的持久对象，不自动迁移。需要网络可达和在线 Agent。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展示真正的移动端响应式界面，不用手机外框代替能力证明。讲用户动作：选择 Agent 和 Session、发起需求、查看回复、在需要时补充决策。图中为隔离环境的只读语法检查示例，只证明 UI 展示，不声称已在手机上完成 bug 修复或实测了跨公网设备接力。演示时可以打开手机浏览器操作同一 Agent 的 Session。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VP 是 Virtual Person，不是另一台机器。一个 Session 可以有 1..N 个 VP：从一个助手起步，需要时加入实现、审查、研究等不同角色。用户 mention 可以选中成员；VP 间明确交接需要工具路由。截图中的 Linus 和 Martin 是演示配置，不是每个 Session 都内置的强制流程，也不构成对本 PPT 的真实独立审查。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这是产品差异点，不再把 VP 只讲成两个头像。用户可以配置 VP persona prompt；Project instruction 和工作目录 CLAUDE.md / AGENTS.md 提供共享规则。这里展示的是可配置指令示例，不是 UI 截图或已经实施的强制策略。System Prompt 定义 AI 如何工作，但并非 OS sandbox 或绝对安全保证；运行时权限与工具边界仍独立生效。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过渡：Session 适合人和 AI 共同探索，Work Center 适合目标明确后的自动化执行。用户交的是目标、约束和验收，而不是每一步 prompt。概念图说明面向任务的使用方式，不暗示所有任务采用固定 VP 顺序、无限重试或自动成功。Work Center 不等于另一种 chat mode，也不是把 Session transcript 自动转换过去。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工具和文件把“AI 说做了”连接到可查看的实际工作环境。保留用户认可的真实 Files 和 Terminal 组件截图。这里的 terminal 只回放实际 node --check 结果；截图里的语法检查不是 bug 修复证明，也不是完整测试。讲清楚这一句即可，不要把全场重新讲成语法检查教学。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展示 Work Center 的实际界面，把它从数据结构介绍变成“任务不是随聊天窗口消失”的价值。WorkItem 持久化目标和验收，Action 是工作单元，Run 是一次执行。在线 Agent 执行不依赖浏览器持续打开；Agent 下线无法继续做事，重启恢复要受状态和副作用安全边界控制。演示 WorkItem 仍是 staged 只读检查，不是已经跑完的复杂自动化案例。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把“纯自动化”说成有边界的目标执行：在目标、权限和验收明确时自动推进，不必逐轮发送继续；缺少用户决策或外部副作用无法确认安全时，应进入 waiting/attention，而不是盲目重试。当前 Work Center 为 Preview。Prompts 和 read 标签都不是沙箱，不能承诺绝对隔离。完成必须经过验收门禁，不能把一次模型回复或一个 Run 结束说成整个任务完成。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竞争力来自四种能力的组合，不宣称市场唯一，也不做未实测的竞品功能矩阵。让听众记住：移动访问不是缩小的聊天框，多 VP 不是换头像，Prompt 可控不是一次性提醒，Work Center 不是聊天记录归档。这一页用于回收主线，不再重复产品拓扑或只读检查证据。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收尾：建议现场从手机打开已连接 Agent 的 Session，给一个边界清晰的任务，展示角色和规则，再去 Work Center 创建带验收标准的目标。建议试用任务为修复一个小 bug、加一个回归测试、准备待审查 patch；它是试用建议，不是本稿声称已完成的结果。先按 README 配置，不默认授权自动部署。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DITORIAL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1D1B"/>
                </a:solidFill>
              </a:rPr>
              <a:t>YEAFT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eaft/yeaft-web-code-agent#readme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950976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8B5E3C"/>
                </a:solidFill>
              </a:rPr>
              <a:t>CROSS-DEVICE · TASK-ORIENTED AI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645920"/>
            <a:ext cx="106527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B"/>
                </a:solidFill>
              </a:rPr>
              <a:t>Your AI team. Real work.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1D1D1B"/>
                </a:solidFill>
              </a:rPr>
              <a:t>From anywhere.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58368" y="3639312"/>
            <a:ext cx="1083564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" y="4114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686761"/>
                </a:solidFill>
              </a:rPr>
              <a:t>Direct complex tasks from your phone.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686761"/>
                </a:solidFill>
              </a:rPr>
              <a:t>Let your AI team work on the machines you connect.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67512" y="5724144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5E3C"/>
                </a:solidFill>
              </a:rPr>
              <a:t>Multi-VP teams  /  Your system prompts  /  Work Center automation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WHY YEAFT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Delegate the work—not another round of prompting.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901952"/>
            <a:ext cx="10652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Imagine asking from your phone: “Fix this bug, add a regression test, and prepare a reviewed patch.”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67512" y="278892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ACCESS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67512" y="322783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Away from your desk.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67512" y="384048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The code and tools are on another machine. You still need to move the task forward.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453128" y="278892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COORDINATION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453128" y="322783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More than one role.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453128" y="384048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Investigation, implementation, and review need distinct responsibilities.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247888" y="278892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FOLLOW-THROUGH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47888" y="322783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Beyond one reply.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47888" y="384048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Complex work needs execution, checks, recovery, and a clear completion condition.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67512" y="58704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5E3C"/>
                </a:solidFill>
              </a:rPr>
              <a:t>Yeaft brings access, team control, and task execution into one product.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CROSS-DEVICE EXECUTION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Your phone is the control surface. The Agent does the work.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901952"/>
            <a:ext cx="10652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Use a mobile or desktop browser. Connect the machine that has your project and tools.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67512" y="2999232"/>
            <a:ext cx="2286000" cy="14173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2C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32186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B"/>
                </a:solidFill>
              </a:rPr>
              <a:t>ANY BROWSER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6112" y="3749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Phone + tablet + desktop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017520" y="3685032"/>
            <a:ext cx="6858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785616" y="2999232"/>
            <a:ext cx="2258568" cy="14173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2C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5072" y="32186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1D1B"/>
                </a:solidFill>
              </a:rPr>
              <a:t>SERVER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005072" y="3749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Authentication + relay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26480" y="3685032"/>
            <a:ext cx="68580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85432" y="2697480"/>
            <a:ext cx="4617720" cy="3163824"/>
          </a:xfrm>
          <a:prstGeom prst="rect">
            <a:avLst/>
          </a:prstGeom>
          <a:solidFill>
            <a:srgbClr val="E9E2D8"/>
          </a:solidFill>
          <a:ln w="7620">
            <a:solidFill>
              <a:srgbClr val="D7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50608" y="2907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1D1B"/>
                </a:solidFill>
              </a:rPr>
              <a:t>YOUR CONNECTED AGENT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7159752" y="35387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1D1B"/>
                </a:solidFill>
              </a:rPr>
              <a:t>Session + multi-VP team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159752" y="39319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Interactive work, with named contributors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159752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1D1B"/>
                </a:solidFill>
              </a:rPr>
              <a:t>Work Center · Preview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159752" y="499262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Persistent goals and automated execution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85800" y="51206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Files, shell, and provider access stay Agent-side.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Requires a reachable Server and an online Agent.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01 / CROSS-DEVICE ACCESS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Step away from the desk—not from the task.</a:t>
            </a:r>
            <a:endParaRPr lang="en-US" sz="3000" dirty="0"/>
          </a:p>
        </p:txBody>
      </p:sp>
      <p:pic>
        <p:nvPicPr>
          <p:cNvPr id="5" name="Image 0" descr="/home/azureuser/projects/yeaft-web-code-agent/.yeaft/worktrees/showcase-task-first/artifacts/showcase/assets/04-session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5251" y="2057400"/>
            <a:ext cx="1892938" cy="40965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26280" y="2532888"/>
            <a:ext cx="6629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START FROM YOUR PHONE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26280" y="2953512"/>
            <a:ext cx="6629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1D1B"/>
                </a:solidFill>
              </a:rPr>
              <a:t>The project stays on the Agent.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D1D1B"/>
                </a:solidFill>
              </a:rPr>
              <a:t>The conversation comes with you.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4526280" y="4270248"/>
            <a:ext cx="6629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86761"/>
                </a:solidFill>
              </a:rPr>
              <a:t>Send the goal. Read named replies.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686761"/>
                </a:solidFill>
              </a:rPr>
              <a:t>Add direction when the work needs a decision.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4526280" y="5586984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5E3C"/>
                </a:solidFill>
              </a:rPr>
              <a:t>Continue in a desktop browser with the same Agent + Session.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21792" y="642823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761"/>
                </a:solidFill>
              </a:rPr>
              <a:t>Real Yeaft UI · Staged inspection demo · Mobile viewport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02 / MULTI-VP TEAMS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One workspace. Different minds on the problem.</a:t>
            </a:r>
            <a:endParaRPr lang="en-US" sz="3000" dirty="0"/>
          </a:p>
        </p:txBody>
      </p:sp>
      <p:pic>
        <p:nvPicPr>
          <p:cNvPr id="5" name="Image 0" descr="/home/azureuser/projects/yeaft-web-code-agent/.yeaft/worktrees/showcase-task-first/artifacts/showcase/assets/05-session-ro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775" y="2167128"/>
            <a:ext cx="5292969" cy="3931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385048" y="2670048"/>
            <a:ext cx="2971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BUILD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385048" y="30906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86761"/>
                </a:solidFill>
              </a:rPr>
              <a:t>Give an implementer a focused responsibility.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8385048" y="4279392"/>
            <a:ext cx="2971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CHALLENGE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385048" y="4700016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86761"/>
                </a:solidFill>
              </a:rPr>
              <a:t>Let a reviewer question the result—not just echo it.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21792" y="642823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761"/>
                </a:solidFill>
              </a:rPr>
              <a:t>Real Yeaft UI · Staged inspection demo · 1..N VPs per Session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03 / YOUR SYSTEM PROMPTS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Define how your AI team works.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901952"/>
            <a:ext cx="10652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Configure VP personas. Carry shared rules through Project instructions and repository docs.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13232" y="2770632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VP PERSONA / EXAMPLE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13232" y="3209544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Give the role a contract.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13232" y="3822192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“Act as an implementer.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Make the smallest useful change.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Report tests and open risks.”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537960" y="2770632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PROJECT RULES / EXAMPLE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37960" y="320954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Keep standards consistent.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537960" y="3822192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“Review the exact revision.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Ask before deployment.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Never claim an unrun test passed.”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31520" y="5605272"/>
            <a:ext cx="1069848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5870448"/>
            <a:ext cx="10698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5E3C"/>
                </a:solidFill>
              </a:rPr>
              <a:t>Reusable instructions—not a one-off reminder in every conversation.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04 / TASK-ORIENTED AUTOMATION · PREVIEW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Give it a goal—not a script of prompts.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901952"/>
            <a:ext cx="10652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Use Session to work with AI. Use Work Center to delegate work to AI.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" y="2743200"/>
            <a:ext cx="3063240" cy="1901952"/>
          </a:xfrm>
          <a:prstGeom prst="rect">
            <a:avLst/>
          </a:prstGeom>
          <a:solidFill>
            <a:srgbClr val="FFFFFF"/>
          </a:solidFill>
          <a:ln w="7620">
            <a:solidFill>
              <a:srgbClr val="D7D2C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299923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YOU DEFINE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32688" y="3575304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Goal + constraints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Working directory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Acceptance criteria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77056" y="3520440"/>
            <a:ext cx="1078992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074920" y="2743200"/>
            <a:ext cx="2971800" cy="1901952"/>
          </a:xfrm>
          <a:prstGeom prst="rect">
            <a:avLst/>
          </a:prstGeom>
          <a:solidFill>
            <a:srgbClr val="FFFFFF"/>
          </a:solidFill>
          <a:ln w="7620">
            <a:solidFill>
              <a:srgbClr val="D7D2C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21808" y="2999232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AI EXECUTES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321808" y="3575304"/>
            <a:ext cx="2496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Plan and assign work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Run tools and checks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Record outcomes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3520440"/>
            <a:ext cx="100584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9381744" y="29992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YOU CHECK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9381744" y="3575304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Result + evidence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Or a specific decision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86761"/>
                </a:solidFill>
              </a:rPr>
              <a:t>that needs your input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31520" y="5431536"/>
            <a:ext cx="1069848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5760720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B5E3C"/>
                </a:solidFill>
              </a:rPr>
              <a:t>Less turn-by-turn supervision. A persistent goal with visible execution.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REAL TOOLS. VISIBLE WORK.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More than a chat window: a working environment.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85800" y="214884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B"/>
                </a:solidFill>
              </a:rPr>
              <a:t>FILES / inspect the actual source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245352" y="2148840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B"/>
                </a:solidFill>
              </a:rPr>
              <a:t>TERMINAL / inspect command output</a:t>
            </a:r>
            <a:endParaRPr lang="en-US" sz="1600" dirty="0"/>
          </a:p>
        </p:txBody>
      </p:sp>
      <p:pic>
        <p:nvPicPr>
          <p:cNvPr id="7" name="Image 0" descr="/home/azureuser/projects/yeaft-web-code-agent/.yeaft/worktrees/showcase-task-first/artifacts/showcase/assets/08-workbench-files-corr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4568" y="2679192"/>
            <a:ext cx="3075127" cy="3127248"/>
          </a:xfrm>
          <a:prstGeom prst="rect">
            <a:avLst/>
          </a:prstGeom>
        </p:spPr>
      </p:pic>
      <p:pic>
        <p:nvPicPr>
          <p:cNvPr id="8" name="Image 1" descr="/home/azureuser/projects/yeaft-web-code-agent/.yeaft/worktrees/showcase-task-first/artifacts/showcase/assets/08-workbench-terminal-corr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731" y="2679192"/>
            <a:ext cx="4149618" cy="31272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85800" y="59893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6761"/>
                </a:solidFill>
              </a:rPr>
              <a:t>Stay close to the files the Agent works with.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6245352" y="598932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5E3C"/>
                </a:solidFill>
              </a:rPr>
              <a:t>Example: node --check, not a full test suite.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621792" y="642823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761"/>
                </a:solidFill>
              </a:rPr>
              <a:t>Real Yeaft UI · Staged inspection demo · Recorded command output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WORK CENTER · PREVIEW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The task persists beyond the conversation.</a:t>
            </a:r>
            <a:endParaRPr lang="en-US" sz="3000" dirty="0"/>
          </a:p>
        </p:txBody>
      </p:sp>
      <p:pic>
        <p:nvPicPr>
          <p:cNvPr id="5" name="Image 0" descr="/home/azureuser/projects/yeaft-web-code-agent/.yeaft/worktrees/showcase-task-first/artifacts/showcase/assets/09-work-center-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3339" y="2194560"/>
            <a:ext cx="5054986" cy="38587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366760" y="2615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E3C"/>
                </a:solidFill>
              </a:rPr>
              <a:t>KEEP THE GOAL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8366760" y="3017520"/>
            <a:ext cx="2971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86761"/>
                </a:solidFill>
              </a:rPr>
              <a:t>WorkItem: objective and acceptance criteria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8366760" y="37307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E3C"/>
                </a:solidFill>
              </a:rPr>
              <a:t>FOLLOW THE WORK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366760" y="4133088"/>
            <a:ext cx="2971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86761"/>
                </a:solidFill>
              </a:rPr>
              <a:t>Action: assigned work and current status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366760" y="48463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E3C"/>
                </a:solidFill>
              </a:rPr>
              <a:t>INSPECT THE RESULT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366760" y="5248656"/>
            <a:ext cx="2971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86761"/>
                </a:solidFill>
              </a:rPr>
              <a:t>Run: execution attempts and evidence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21792" y="642823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761"/>
                </a:solidFill>
              </a:rPr>
              <a:t>Real Yeaft UI · Staged inspection demo · Agent-side execution · Separate from Session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AUTONOMY WITHOUT SURRENDERING CONTROL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Let AI keep working. Keep the decisions that matter.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94944" y="277063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AUTOMATE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94944" y="320954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Beyond chat turns.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94944" y="3822192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Ready work runs on the Agent. Outcomes and bounded retries do not need a fresh prompt each time.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453128" y="277063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INTERVENE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453128" y="320954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Keep key decisions.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453128" y="3822192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Review progress. Supply missing input. Resolve blockers or stop the work.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20456" y="277063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ACCEPT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0456" y="320954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Against the goal.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0456" y="3822192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Completion depends on acceptance checks—not merely an assistant saying “done”.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13232" y="587044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B5E3C"/>
                </a:solidFill>
              </a:rPr>
              <a:t>Within configured tools and permissions. Instructions are not a sandbox.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WHY THIS COMBINATION MATTERS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An AI workspace built around getting work done.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901952"/>
            <a:ext cx="10652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6761"/>
                </a:solidFill>
              </a:rPr>
              <a:t>Access, team design, behavior control, and automation belong together.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04088" y="26974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CROSS-DEVICE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971800" y="2679192"/>
            <a:ext cx="8485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B"/>
                </a:solidFill>
              </a:rPr>
              <a:t>Direct real Agent-side work from a phone or desktop.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04088" y="3236976"/>
            <a:ext cx="10762488" cy="0"/>
          </a:xfrm>
          <a:prstGeom prst="line">
            <a:avLst/>
          </a:prstGeom>
          <a:noFill/>
          <a:ln w="7620">
            <a:solidFill>
              <a:srgbClr val="D7D2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33924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MULTI-VP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971800" y="3374136"/>
            <a:ext cx="8485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B"/>
                </a:solidFill>
              </a:rPr>
              <a:t>Split responsibilities while keeping contributions visible.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04088" y="3931920"/>
            <a:ext cx="10762488" cy="0"/>
          </a:xfrm>
          <a:prstGeom prst="line">
            <a:avLst/>
          </a:prstGeom>
          <a:noFill/>
          <a:ln w="7620">
            <a:solidFill>
              <a:srgbClr val="D7D2C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4088" y="4087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SYSTEM PROMPTS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971800" y="4069080"/>
            <a:ext cx="8485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B"/>
                </a:solidFill>
              </a:rPr>
              <a:t>Shape reusable roles and shared working rules.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04088" y="4626864"/>
            <a:ext cx="10762488" cy="0"/>
          </a:xfrm>
          <a:prstGeom prst="line">
            <a:avLst/>
          </a:prstGeom>
          <a:noFill/>
          <a:ln w="7620">
            <a:solidFill>
              <a:srgbClr val="D7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4088" y="47823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WORK CENTER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971800" y="4764024"/>
            <a:ext cx="8485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B"/>
                </a:solidFill>
              </a:rPr>
              <a:t>Delegate persistent goals, not just individual replies.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04088" y="590702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E3C"/>
                </a:solidFill>
              </a:rPr>
              <a:t>A phone-sized entry point. A task-sized ambition.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1792" y="749808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8B5E3C"/>
                </a:solidFill>
              </a:rPr>
              <a:t>TRY YEAFT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21792" y="1124712"/>
            <a:ext cx="10927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Your next task does not have to wait for your desk.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13232" y="27614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13232" y="3200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Connect your machine.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13232" y="3813048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Run an Agent where your project and tools already live.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480560" y="27614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480560" y="3200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Shape your AI team.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480560" y="3813048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Choose VPs. Define their roles and your project rules.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38744" y="27614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E3C"/>
                </a:solidFill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38744" y="3200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Delegate a real goal.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38744" y="3813048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86761"/>
                </a:solidFill>
              </a:rPr>
              <a:t>Start from your phone. Give Work Center a bounded task and clear acceptance criteria.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13232" y="5486400"/>
            <a:ext cx="10698480" cy="0"/>
          </a:xfrm>
          <a:prstGeom prst="line">
            <a:avLst/>
          </a:prstGeom>
          <a:noFill/>
          <a:ln w="19050">
            <a:solidFill>
              <a:srgbClr val="8B5E3C"/>
            </a:solidFill>
            <a:prstDash val="solid"/>
          </a:ln>
        </p:spPr>
      </p:sp>
      <p:sp>
        <p:nvSpPr>
          <p:cNvPr id="15" name="Text 12">
            <a:hlinkClick r:id="rId1" tooltip=""/>
          </p:cNvPr>
          <p:cNvSpPr/>
          <p:nvPr/>
        </p:nvSpPr>
        <p:spPr>
          <a:xfrm>
            <a:off x="713232" y="58064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u="sng" dirty="0">
                <a:solidFill>
                  <a:srgbClr val="8B5E3C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 here → github.com/yeaft/yeaft-web-code-agent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867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Yeaft — Your AI team. Real work. From anywhere.</dc:title>
  <dc:subject>Cross-device AI teams and task-oriented automation</dc:subject>
  <dc:creator>Yeaft</dc:creator>
  <cp:lastModifiedBy>Yeaft</cp:lastModifiedBy>
  <cp:revision>1</cp:revision>
  <dcterms:created xsi:type="dcterms:W3CDTF">2026-09-07T03:38:14Z</dcterms:created>
  <dcterms:modified xsi:type="dcterms:W3CDTF">2026-09-07T03:38:14Z</dcterms:modified>
</cp:coreProperties>
</file>